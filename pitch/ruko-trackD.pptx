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Re-entry after loss (practice)</a:t>
            </a:r>
          </a:p>
        </c:rich>
      </c:tx>
      <c:layout/>
      <c:overlay val="0"/>
    </c:title>
    <c:autoTitleDeleted val="0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AF6E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B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you are about to trade, hands fast, open Ruko instead of broker.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impulse, not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5 screens. Proceed always present — friction, not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slide: deterministic, tested,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Trust: data minimization + validator +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Practice: feel FOMO with fake money. Chart is illustrative from pilot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Deploy: Pi live at ruko.local, Telegram wired, APK for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try one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Ruko  |  रुको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pre-trade pause ritual for calm investing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D: Habits and Behavioural Resilience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Hindi-first PWA + Telegram + Expo APK  ·  Offline  ·  No tips, no tickers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SrijanPecks  ·  IIT BHU  ·  5-min demo: pause once, practice late-night, mirror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Impulse is the product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Fear, FOMO and late-night revenge cost real money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loss studies: ~9 in 10 F&amp;O traders lose (SEBI study quoted in-app).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reality: Hindi-first, 2G, low-end Android, voice over typing.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Ruko answers one moment: the 60 seconds before you tap buy.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steps, one mirror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&gt; Pressure &gt; Reflection &gt; Decision &gt; Courage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Quick check: amount, funding, last trade (20s).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Pressure: 6 signals in plain words, calm 10s / caution 30s / high 60s lock.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Reflection: breathing + 2 cards + your rules.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Decision: why in your words, horizon, max loss &gt; abandon / wait 30 / proceed.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Courage: That took a moment of courage. Nothing to prove.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engine, tested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deterministic signals + eval gate in CI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· many-trades · quick re-entry &lt;30m · size x1.5 · 3-loss streak · loan/emergency.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in app + Telegram (IST-correct). 140+ vitest checks, eval/cases.json.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needed. Works in airplane mode after first load.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means off. On means minimal.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default OFF. Off = zero network besides assets.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= only your why sentence + signal IDs + language. Never amounts or funding.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validator drops buy/sell/tip/target (EN+HI). 4s timeout falls back to rules.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redaction-first evidence pack, AES-GCM backup (RUKO1).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proves it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scenario + Pause ON vs OFF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scenarios: calm, volatile, sudden drop, upward trap, late-night 22:40.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1,00,000, fictional Demo Co. only. Auto-close at 90% margin loss.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trades, re-entries, size change, drawdown, signals, impact table.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anywhere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+ nginx + Telegram, same guardrails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Pi: install.sh &gt; systemd + nginx reverse proxy + healthcheck. Docker compose path.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/api/telegram webhook, /pause in chat, 10/30/60s server lock.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Expo SDK57 APK (legit per rubric) + PWA standalone + workbox offline.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one pause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Ruko before your next trade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PWA link + Telegram bot + APK in Release v1.2.0-pi.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pauses, abandon/wait rate, re-entry share, 7-day mirror.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SrijanPecks — Hitesh Bansal, IIT BHU.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Ruko — Pre-Trade Pause Ritual</dc:title>
  <dc:subject>PptxGenJS Presentation</dc:subject>
  <dc:creator>PptxGenJS</dc:creator>
  <cp:lastModifiedBy>PptxGenJS</cp:lastModifiedBy>
  <cp:revision>1</cp:revision>
  <dcterms:created xsi:type="dcterms:W3CDTF">2026-10-05T11:01:22Z</dcterms:created>
  <dcterms:modified xsi:type="dcterms:W3CDTF">2026-10-05T11:01:22Z</dcterms:modified>
</cp:coreProperties>
</file>